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MethyAgent 文献情报模块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D9488"/>
                </a:solidFill>
                <a:latin typeface="Calibri"/>
              </a:rPr>
              <a:t>进展汇报  ·  2026-7-3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本周进展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5486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24328" cy="3246120"/>
          </a:xfrm>
          <a:prstGeom prst="roundRect">
            <a:avLst>
              <a:gd name="adj" fmla="val 6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1618488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LLM Reviewer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22219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用二次 LLM 复核取代正则字符串匹配，修复 Bug 2（组织/cfDNA AUC 混淆）与 Bug 3（参考数据集误标），已在 PMID 40860669 上验证生效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8" y="1417320"/>
            <a:ext cx="2624328" cy="3246120"/>
          </a:xfrm>
          <a:prstGeom prst="roundRect">
            <a:avLst>
              <a:gd name="adj" fmla="val 6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65576" y="1618488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224028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新 Orchestrator（v2，agentic）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834640"/>
            <a:ext cx="22219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新增独立的 LangGraph agentic 编排器：LLM 自主决定调用 search_papers / evaluate_geo_dataset / registry 写入，不改动现有 orchestrator.py，端到端 mock 测试已跑通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1417320"/>
            <a:ext cx="2624328" cy="3246120"/>
          </a:xfrm>
          <a:prstGeom prst="roundRect">
            <a:avLst>
              <a:gd name="adj" fmla="val 6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2784" y="1618488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224028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部署开关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834640"/>
            <a:ext cx="22219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新增 ORCHESTRATOR_VERSION 配置（env var / settings.yaml），v1 / v2 可在部署时切换，默认 v1，现有链路不受影响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LLM Reviewer 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5486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  <a:latin typeface="Calibri"/>
              </a:rPr>
              <a:t>PMID 40860669 — before / after，及为什么用 LLM 而不是正则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108960"/>
                <a:gridCol w="3383280"/>
              </a:tblGrid>
              <a:tr h="3886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字段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Draft（extract_paper_structured）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Reviewer 修正后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sample_type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plasma_cfdna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plasma_cfdna（不变）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auc_validation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45309"/>
                          </a:solidFill>
                          <a:latin typeface="Calibri"/>
                        </a:rPr>
                        <a:t>0.922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null（已置空，标记人工复核）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dataset_ids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GSE50132, TCGA, GSE69914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TCGA, GSE69914（GSE50132 已剔除）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为什么用 LLM Reviewer 而不是正则（sentence co-occurrence）：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正则要求 AUC 数值与 sample_type 关键词落在同一句 — 跨句但仍正确关联的表述会被误删，反之也可能漏判</a:t>
            </a:r>
          </a:p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参考数据集判断依赖固定关键词表（reference/background/normalization），无法理解 accession 实际用途</a:t>
            </a:r>
          </a:p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LLM 读取全文摘要做推理，是对两周前智谱指出的"无 multi-turn reasoning / reflection loop"问题的第一版解法</a:t>
            </a:r>
          </a:p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代价：每篇论文多一次 LLM 调用（成本 / 延迟的权衡，已在代码注释中注明）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新 Orchestrator 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5486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  <a:latin typeface="Calibri"/>
              </a:rPr>
              <a:t>v1（不变）vs v2（新增，agentic）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931920" cy="3017520"/>
          </a:xfrm>
          <a:prstGeom prst="roundRect">
            <a:avLst>
              <a:gd name="adj" fmla="val 6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v1 — agents/orchestrator.py（不变）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固定顺序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parse_query</a:t>
            </a:r>
          </a:p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     ↓</a:t>
            </a:r>
          </a:p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run_database_agent</a:t>
            </a:r>
          </a:p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     ↓</a:t>
            </a:r>
          </a:p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run_literature_agent</a:t>
            </a:r>
          </a:p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     ↓</a:t>
            </a:r>
          </a:p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generate_report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E2E8F0"/>
                </a:solidFill>
                <a:latin typeface="Calibri"/>
              </a:rPr>
              <a:t>节点顺序由代码硬编码；生产环境默认使用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417320"/>
            <a:ext cx="3931920" cy="3017520"/>
          </a:xfrm>
          <a:prstGeom prst="roundRect">
            <a:avLst>
              <a:gd name="adj" fmla="val 6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v2 — agents/orchestrator_v2.py（新增）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98424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LLM 自主决策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42316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顶层 LLM（ReAct）</a:t>
            </a:r>
          </a:p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     ↓ 自主选择</a:t>
            </a:r>
          </a:p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search_papers  /  evaluate_geo_dataset_tool  /  write_to_registry</a:t>
            </a:r>
          </a:p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（顺序、是否调用均由 LLM 决定）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9319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E2E8F0"/>
                </a:solidFill>
                <a:latin typeface="Calibri"/>
              </a:rPr>
              <a:t>端到端 mock 测试已通过；生产可用性待评估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两条路径共存，通过 ORCHESTRATOR_VERSION 配置切换（默认 v1）。v2 尚未接入下载 / 人工审批流程。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Claude Scientist 对比测试结果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5486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229600" cy="2560320"/>
          </a:xfrm>
          <a:prstGeom prst="roundRect">
            <a:avLst>
              <a:gd name="adj" fmla="val 6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结果待补充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7680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本周与 LLM Reviewer / 新 Orchestrator 并行，独立测试 Claude Scientist（Claude 研究模式），评估维度：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•  端到端表现（end-to-end performance）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•  文献检索能力（literature search ability）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结果留待下次汇报补充。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54864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3619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待你在服务器验证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490472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P0-2 / P0-5 的 LLM Reviewer 与新 Orchestrator 目前只用 stub LLM 做过 mock 测试（本地无 API key / NCBI 网络）；需要在服务器用真实 API key 跑一遍确认推理质量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58568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CRC biomarker 召回率测试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331720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需要真实 LLM + PubMed 网络访问，本地无法跑，下周 / 服务器上补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99816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21868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结转下周（P2）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172968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gold_standard 剩余 8/10 条人工核验、data_availability 完整度 0% 根因排查、完整测试套件重跑（test_components_145 / test_ncbi_search / gold_standard）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1064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059936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方向讨论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014216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v2 orchestrator 生产可用性评估 — 是否 / 何时切换默认版本，以及是否往 P0-4 提到的完整技能化改造推进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